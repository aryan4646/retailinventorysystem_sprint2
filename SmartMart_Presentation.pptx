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040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SmartMart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Solutions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Inventory Management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Aryan Sharma  ·  Wipro NGA .NET Full Stack React FY26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457200"/>
            <a:ext cx="22860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828800"/>
            <a:ext cx="2286000" cy="1188720"/>
          </a:xfrm>
          <a:prstGeom prst="rect">
            <a:avLst/>
          </a:prstGeom>
          <a:solidFill>
            <a:srgbClr val="162C47"/>
          </a:solidFill>
          <a:ln w="12700">
            <a:solidFill>
              <a:srgbClr val="162C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3200400"/>
            <a:ext cx="2286000" cy="1554480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594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ASP.NET 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/ MartDB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Bootstrap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Parth Shukla  ·  18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1463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15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Stock-Outs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53619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run out without warning, causing lost sales and customer dissatisfaction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64008" cy="1463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115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Overstocking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28032" y="153619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tied up in excess inventory, increasing holding costs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974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697480"/>
            <a:ext cx="64008" cy="1463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807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Delayed Fulfilment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" y="322783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causes slow order processing and fulfilment errors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6974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697480"/>
            <a:ext cx="64008" cy="1463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2807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 Visibility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28032" y="322783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insight into inventory movement, sales trends, and order status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3891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SmartMart addresses all four challenges with a modular, scalable platform.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05840" y="960120"/>
            <a:ext cx="71323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960120"/>
            <a:ext cx="64008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9966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23444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HTML · Bootstrap 5.3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508760"/>
            <a:ext cx="36576" cy="2011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709928"/>
            <a:ext cx="71323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709928"/>
            <a:ext cx="64008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17465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Controllers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198424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· RESTful · Swagger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2258568"/>
            <a:ext cx="36576" cy="2011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459736"/>
            <a:ext cx="71323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2459736"/>
            <a:ext cx="64008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2496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273405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· Validation · SOLID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3008376"/>
            <a:ext cx="36576" cy="2011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209544"/>
            <a:ext cx="64008" cy="5486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34838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1">
                    <a:lumMod val="75000"/>
                  </a:schemeClr>
                </a:solidFill>
              </a:rPr>
              <a:t>Data Access Logic · SQL Operations</a:t>
            </a:r>
          </a:p>
        </p:txBody>
      </p:sp>
      <p:sp>
        <p:nvSpPr>
          <p:cNvPr id="23" name="Shape 21"/>
          <p:cNvSpPr/>
          <p:nvPr/>
        </p:nvSpPr>
        <p:spPr>
          <a:xfrm>
            <a:off x="4480560" y="3758184"/>
            <a:ext cx="36576" cy="2011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3959352"/>
            <a:ext cx="71323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3959352"/>
            <a:ext cx="6400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0432" y="3995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(MartDB)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70432" y="4233672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 · Views · Stored Procedures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(MartDB)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36245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(PK), CustomerName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73168" y="136245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SupplierID (PK), SupplierName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26883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(PK), ProductName, Price, SupplierID (FK)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286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28600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26883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(PK/FK), Quantity, LastUpdated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1188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57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401421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 (PK), CustomerID (FK), ProductID (FK), Quantity, TotalAmount, LastStatus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611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611880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657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OrderItems ✦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73168" y="401421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OrderItemID (PK), OrderID (FK), ProductID (FK), Quantity, UnitPrice, LineTotal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OrderItems is the new table added to support multi-product orders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777240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9509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/api/Order/with-items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1612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multi-item order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90472"/>
            <a:ext cx="85953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90472"/>
            <a:ext cx="77724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819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5270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/api/Order/customer/{id}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17373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orders for a customer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66544"/>
            <a:ext cx="85953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066544"/>
            <a:ext cx="7772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5798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1031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/api/Order/{id}/status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23134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order status transition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42616"/>
            <a:ext cx="85953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642616"/>
            <a:ext cx="77724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7340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26791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/api/Order/totalsales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28895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(Delivered only)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218688"/>
            <a:ext cx="85953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218688"/>
            <a:ext cx="77724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3101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32552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" y="346557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products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794760"/>
            <a:ext cx="85953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794760"/>
            <a:ext cx="77724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886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3000" y="383133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/api/Inventory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" y="404164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full inventory list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370832"/>
            <a:ext cx="85953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370832"/>
            <a:ext cx="7772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4622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3000" y="44074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/api/Inventory/{productID}/{qty}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43000" y="46177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stock quantity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Products, Stock Units, Inventory Value, Total Sales (Delivered), Low Stock Alerts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Multi-Item Orders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41732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Cart-based order creation — add multiple products, review, submit as one order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Customer Orders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74320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all orders by customer with item breakdown and total spend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Status Transitions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74320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→ Processing → Shipped → Delivered (or Cancelled). Invalid moves blocked.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703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Inventory Mgmt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06908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update with low/over stock visual indicators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611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3703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Reports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406908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(&lt; 10 units) and overstock (&gt; 150 units) reports with product names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Transition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1645920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9019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0" y="2057400"/>
            <a:ext cx="22860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645920"/>
            <a:ext cx="164592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40280" y="19019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86200" y="2057400"/>
            <a:ext cx="22860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1645920"/>
            <a:ext cx="16459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0" y="19019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2057400"/>
            <a:ext cx="22860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1645920"/>
            <a:ext cx="164592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19019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63840" y="1645920"/>
            <a:ext cx="128016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63840" y="19019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834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active order can be Cancelled  ·  Delivered and Cancelled are terminal states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transitions: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Created → Delivered (skip)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794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Shipped → Created (backward)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206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Delivered → Shipped (terminal)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4206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Cancelled → Shipped (revive)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Inventory Turnover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Fill Rate (% Delivered)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140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Stock-out Alerts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895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Sales by Product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3649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Orders by Status (Donut chart)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Product-wise Stock vs Sales Table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SSRS Operational Reports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Daily Sales Performance Report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8836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Display Date wise sales summary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304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Help identify sales trend and peak days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724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Inventory Status Report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1455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Low stock highlighted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Help in inventory monitoring and restocking decisions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9867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Filter by status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Integration &amp; Enterprise Readiness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19"/>
            <a:ext cx="4114800" cy="278553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(Conceptual)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 roles: Operator, Warehouse, Manager, Admin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token validation via Microsoft.Identity.Web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4140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SSO across stores – no per-store user DB needed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278553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 (Conceptual)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Timer trigger – runs nightly at 00:00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2040" y="193852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Queries Inventory WHERE Quantity &lt; 10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24140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Sends email alert via SendGrid binding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88950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Cost: near-zero (within free tier)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240280"/>
            <a:ext cx="4572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SmartMart Retail Solutions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063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Sharma  ·  Wipro NGA .NET Full Stack React FY26  ·  Instructor: Parth Shukla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886200"/>
            <a:ext cx="1371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913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ASP.NET Core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0" y="3886200"/>
            <a:ext cx="1371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3913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20440" y="3886200"/>
            <a:ext cx="1371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3913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0" y="3886200"/>
            <a:ext cx="1371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913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4343400"/>
            <a:ext cx="1371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0" y="4343400"/>
            <a:ext cx="1371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20440" y="4343400"/>
            <a:ext cx="1371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(Conceptual)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695</Words>
  <Application>Microsoft Office PowerPoint</Application>
  <PresentationFormat>On-screen Show (16:9)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SmartMart Retail Solutions</dc:title>
  <dc:subject>PptxGenJS Presentation</dc:subject>
  <dc:creator>PptxGenJS</dc:creator>
  <cp:lastModifiedBy>ARYAN SHARMA</cp:lastModifiedBy>
  <cp:revision>2</cp:revision>
  <dcterms:created xsi:type="dcterms:W3CDTF">2026-03-22T09:16:08Z</dcterms:created>
  <dcterms:modified xsi:type="dcterms:W3CDTF">2026-03-25T08:36:51Z</dcterms:modified>
</cp:coreProperties>
</file>